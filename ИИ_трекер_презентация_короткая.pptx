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0:00-0:25. Трекер ИИ - навигатор по AI-инструментам. Ценность: быстро выбрать подходящий сервис под задачу.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0:25-0:55. Обозначить боль: инструментов много, выбрать сложно. Сказать для кого и озвучить JTBD.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0:55-1:30. Показать решение из трех шагов. Главное отличие: рекомендация под задачу, а не просто список сервисов.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1:30-2:05. Сжато: рынок большой, конкуренты есть, отличие - персонализация. Модель - freemium и premium, затем B2B.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2:05-2:35. Сказать, что уже есть qualitative validation, а деньги нужны на переход к количественным метрикам. Назвать четыре milestone.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2:35-3:00. Закрытие: просим $250k, инвестор - early-stage AI фонд. На деньги строим продукт, growth и метрики. Финал: за 6 месяцев доказываем 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258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 ИИ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2039112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AI-навигатор, который помогает быстро выбрать инструмент под конкретную задачу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69748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365DFF"/>
          </a:solidFill>
          <a:ln w="12700">
            <a:solidFill>
              <a:srgbClr val="365D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766060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3-minute pitch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583680" y="1097280"/>
            <a:ext cx="4389120" cy="3931920"/>
          </a:xfrm>
          <a:prstGeom prst="roundRect">
            <a:avLst>
              <a:gd name="adj" fmla="val 3256"/>
            </a:avLst>
          </a:prstGeom>
          <a:solidFill>
            <a:srgbClr val="10182F"/>
          </a:solidFill>
          <a:ln w="12700">
            <a:solidFill>
              <a:srgbClr val="1018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35240" y="1965960"/>
            <a:ext cx="2194560" cy="2194560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0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65DFF"/>
                </a:solidFill>
              </a:rPr>
              <a:t>AI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 ИИ | учебный инвестиционный дек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и клиент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AI-инструментов много, выбора мало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0876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E8EEFF">
              <a:alpha val="94000"/>
            </a:srgbClr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645920"/>
            <a:ext cx="4151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 теряются в потоке AI-сервисов и тратят время на ручной поиск.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97180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EAF9FF">
              <a:alpha val="94000"/>
            </a:srgbClr>
          </a:solidFill>
          <a:ln w="12700">
            <a:solidFill>
              <a:srgbClr val="EAF9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3108960"/>
            <a:ext cx="4151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Клиент: фрилансеры, маркетологи, студенты, малый бизнес.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2514600"/>
            <a:ext cx="822960" cy="548640"/>
          </a:xfrm>
          <a:prstGeom prst="rightArrow">
            <a:avLst/>
          </a:prstGeom>
          <a:solidFill>
            <a:srgbClr val="365DFF"/>
          </a:solidFill>
          <a:ln w="12700">
            <a:solidFill>
              <a:srgbClr val="365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033"/>
                </a:solidFill>
              </a:rPr>
              <a:t>JTBD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03720" y="21488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65DFF"/>
                </a:solidFill>
              </a:rPr>
              <a:t>“Найди лучший AI-инструмент под мою задачу и объясни, как его применить”.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03720" y="3977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D768A"/>
                </a:solidFill>
              </a:rPr>
              <a:t>Основание: интервью и feedback тестовых пользователей.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 ИИ | учебный инвестиционный дек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/ MVP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Персональный подбор вместо обычного каталога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45920"/>
            <a:ext cx="2880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8890">
            <a:solidFill>
              <a:srgbClr val="DDE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993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2033"/>
                </a:solidFill>
              </a:rPr>
              <a:t>Профиль задачи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25420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6"/>
                </a:solidFill>
              </a:rPr>
              <a:t>роль, цель, бюджет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86200" y="2423160"/>
            <a:ext cx="411480" cy="411480"/>
          </a:xfrm>
          <a:prstGeom prst="chevron">
            <a:avLst/>
          </a:prstGeom>
          <a:solidFill>
            <a:srgbClr val="365DFF"/>
          </a:solidFill>
          <a:ln w="12700">
            <a:solidFill>
              <a:srgbClr val="365D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645920"/>
            <a:ext cx="2880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8890">
            <a:solidFill>
              <a:srgbClr val="DD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993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2033"/>
                </a:solidFill>
              </a:rPr>
              <a:t>Рекомендации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25420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6"/>
                </a:solidFill>
              </a:rPr>
              <a:t>AI-подбор и сравнение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43800" y="2423160"/>
            <a:ext cx="411480" cy="411480"/>
          </a:xfrm>
          <a:prstGeom prst="chevron">
            <a:avLst/>
          </a:prstGeom>
          <a:solidFill>
            <a:srgbClr val="365DFF"/>
          </a:solidFill>
          <a:ln w="12700">
            <a:solidFill>
              <a:srgbClr val="365D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645920"/>
            <a:ext cx="2880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8890">
            <a:solidFill>
              <a:srgbClr val="DD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993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2033"/>
                </a:solidFill>
              </a:rPr>
              <a:t>Внедрение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95360" y="25420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6"/>
                </a:solidFill>
              </a:rPr>
              <a:t>use cases и дайджест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50749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65DFF"/>
                </a:solidFill>
              </a:rPr>
              <a:t>Уже есть MVP, UX-прототип и первые тестовые пользователи.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943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 ИИ | учебный инвестиционный дек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Рынок, конкуренты, модель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зарабатываем и почему можем выделиться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5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$20B+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0756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- учебная оценка AI productivity / SaaS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800600" y="14173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D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0" y="20756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- discovery/productivity ниша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321040" y="14173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B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$20-50M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366760" y="20756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за 3-5 лет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36118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33"/>
                </a:solidFill>
              </a:rPr>
              <a:t>Конкуренты: Futurepedia, Product Hunt, G2. Наше отличие - персонализация + use-case oriented discovery.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361188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82033"/>
                </a:solidFill>
              </a:rPr>
              <a:t>Бизнес-модель: freemium, premium $8-15/мес, B2B analytics, affiliate revenue.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25780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D768A"/>
                </a:solidFill>
              </a:rPr>
              <a:t>Цифры: учебные допущения команды, требуют проверки через реальные каналы и платные конверсии.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 ИИ | учебный инвестиционный дек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и план на 6 месяцев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MVP к измеримому traction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645920"/>
            <a:ext cx="2148840" cy="1234440"/>
          </a:xfrm>
          <a:prstGeom prst="roundRect">
            <a:avLst>
              <a:gd name="adj" fmla="val 7407"/>
            </a:avLst>
          </a:prstGeom>
          <a:solidFill>
            <a:srgbClr val="365DFF">
              <a:alpha val="92000"/>
            </a:srgbClr>
          </a:solidFill>
          <a:ln w="12700">
            <a:solidFill>
              <a:srgbClr val="365D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756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2033"/>
                </a:solidFill>
              </a:rPr>
              <a:t>10k MAU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703320" y="1645920"/>
            <a:ext cx="2148840" cy="1234440"/>
          </a:xfrm>
          <a:prstGeom prst="roundRect">
            <a:avLst>
              <a:gd name="adj" fmla="val 7407"/>
            </a:avLst>
          </a:prstGeom>
          <a:solidFill>
            <a:srgbClr val="1FBF75">
              <a:alpha val="92000"/>
            </a:srgbClr>
          </a:solidFill>
          <a:ln w="12700">
            <a:solidFill>
              <a:srgbClr val="1FBF7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20756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2033"/>
                </a:solidFill>
              </a:rPr>
              <a:t>D30 &gt;25%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46520" y="1645920"/>
            <a:ext cx="2148840" cy="1234440"/>
          </a:xfrm>
          <a:prstGeom prst="roundRect">
            <a:avLst>
              <a:gd name="adj" fmla="val 7407"/>
            </a:avLst>
          </a:prstGeom>
          <a:solidFill>
            <a:srgbClr val="7D5CFF">
              <a:alpha val="92000"/>
            </a:srgbClr>
          </a:solidFill>
          <a:ln w="12700">
            <a:solidFill>
              <a:srgbClr val="7D5C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0756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2033"/>
                </a:solidFill>
              </a:rPr>
              <a:t>5-7% paid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89720" y="1645920"/>
            <a:ext cx="2148840" cy="1234440"/>
          </a:xfrm>
          <a:prstGeom prst="roundRect">
            <a:avLst>
              <a:gd name="adj" fmla="val 7407"/>
            </a:avLst>
          </a:prstGeom>
          <a:solidFill>
            <a:srgbClr val="FFB23F">
              <a:alpha val="92000"/>
            </a:srgbClr>
          </a:solidFill>
          <a:ln w="12700">
            <a:solidFill>
              <a:srgbClr val="FFB23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0" y="20756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2033"/>
                </a:solidFill>
              </a:rPr>
              <a:t>3 B2B pilots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88620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6"/>
                </a:solidFill>
              </a:rPr>
              <a:t>Проверенные сигналы: интервью, MVP, положительный feedback. Следующий шаг - доказать retention, paid conversion и масштабируемые каналы роста.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 ИИ | учебный инвестиционный дек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046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Какой инвестор нужен и на что деньги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5DFF"/>
                </a:solidFill>
              </a:rPr>
              <a:t>$250k SAFE / Convertible Note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60120" y="2313432"/>
            <a:ext cx="82296" cy="82296"/>
          </a:xfrm>
          <a:prstGeom prst="ellipse">
            <a:avLst/>
          </a:prstGeom>
          <a:solidFill>
            <a:srgbClr val="365DFF"/>
          </a:solidFill>
          <a:ln w="12700">
            <a:solidFill>
              <a:srgbClr val="365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2240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 инвестор: AI-focused early-stage фонд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2816352"/>
            <a:ext cx="82296" cy="82296"/>
          </a:xfrm>
          <a:prstGeom prst="ellipse">
            <a:avLst/>
          </a:prstGeom>
          <a:solidFill>
            <a:srgbClr val="365DFF"/>
          </a:solidFill>
          <a:ln w="12700">
            <a:solidFill>
              <a:srgbClr val="365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743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 продукт 35%, growth 25%, инфраструктура 15%, команда 15%, остальное 10%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3474720"/>
            <a:ext cx="82296" cy="82296"/>
          </a:xfrm>
          <a:prstGeom prst="ellipse">
            <a:avLst/>
          </a:prstGeom>
          <a:solidFill>
            <a:srgbClr val="365DFF"/>
          </a:solidFill>
          <a:ln w="12700">
            <a:solidFill>
              <a:srgbClr val="365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34015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 снижают риски retention, монетизации и acquisition-каналов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1463040"/>
            <a:ext cx="41605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8890">
            <a:solidFill>
              <a:srgbClr val="DD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8288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033"/>
                </a:solidFill>
              </a:rPr>
              <a:t>Почему интересно инвестору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812280" y="24231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B6476"/>
                </a:solidFill>
              </a:rPr>
              <a:t>Быстрорастущий AI-рынок, понятная боль выбора, масштабируемая SaaS/data-модель и возможность занять слой навигации по AI-инструментам.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53492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2033"/>
                </a:solidFill>
              </a:rPr>
              <a:t>Финальный тезис: за 6 месяцев доказываем traction и готовим следующий раунд.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" y="652881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 ИИ | учебный инвестиционный дек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Трекер ИИ - короткий питч</dc:title>
  <dc:subject>Трекер ИИ 3-minute pitch</dc:subject>
  <dc:creator>OpenAI</dc:creator>
  <cp:lastModifiedBy>OpenAI</cp:lastModifiedBy>
  <cp:revision>1</cp:revision>
  <dcterms:created xsi:type="dcterms:W3CDTF">2026-05-07T10:31:08Z</dcterms:created>
  <dcterms:modified xsi:type="dcterms:W3CDTF">2026-05-07T10:31:08Z</dcterms:modified>
</cp:coreProperties>
</file>