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627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Практическое занятие №9 (требования к структуре и артефактам): предоставленный пользователем документ.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Практическое занятие №9: Шаг 1 (сегмент/сценарий/проблема/альтернатива) — предоставленный пользователем документ.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Notion pricing: https://www.notion.com/pricing
- Todoist pricing: https://www.todoist.com/pricing
- Trello pricing: https://trello.com/pricing
- ClickUp pricing: https://clickup.com/pricing
- Google Tasks (продуктовая страница): https://workspace.google.com/products/tasks/
- Motion pricing: https://www.usemotion.com/pricing
- Asana pricing (доп. альтернатива): https://asana.com/pricing
- Sunsama pricing (доп. альтернатива): https://www.sunsama.com/pricing
- Microsoft To Do (free): https://www.microsoft.com/en-us/microsoft-365/microsoft-to-do-list-app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Практическое занятие №9: Шаг 3 (критерии выбора) — предоставленный пользователем документ.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Практическое занятие №9: формула гипотезы ценности и требование проверяемости — предоставленный пользователем документ.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Практическое занятие №9: требование сравнения с альтернативами и барьеров переключения — предоставленный пользователем документ.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Практическое занятие №9: принцип «ядра MVP» и разбиение Core/Support/Later — предоставленный пользователем документ.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Практическое занятие №9: Шаг 6 (гипотезы проверки ценности и критерии подтверждения) — предоставленный пользователем документ.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94360" y="12801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ценностного предложения • Анализ конкурентных решений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100297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Проект: «Трекер ИИ»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03628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Продукт: трекер задач с AI‑подсказками (разбиение на шаги, приоритизация, оценка времени, план дня).</a:t>
            </a:r>
            <a:endParaRPr lang="en-US" sz="2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ценность: быстрее превращать «хаос» в понятный план и удерживать фокус до дедлайна.</a:t>
            </a:r>
            <a:endParaRPr lang="en-US" sz="2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презентации: показать сегмент и сценарий, конкурентную среду, критерии выбора, гипотезу ценности, ядро MVP и план проверки.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65683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«Стартап в ИТ» • Практика №9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94360" y="12801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Сегмент, сценарий, проблема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Входная фиксация (Шаг 1)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307592"/>
            <a:ext cx="58521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и сценарий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5257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Сегмент: 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ИТ‑студенты и junior–middle специалисты с 10–30 активными задачами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Сценарий: 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дня/недели и подготовка к дедлайнам при постоянных переключениях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альтернатива: 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Notion/Todoist/Trello + календарь + заметки (или «в голове»)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29400" y="1234440"/>
            <a:ext cx="49651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949440" y="1420134"/>
            <a:ext cx="4325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проблема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49440" y="1783080"/>
            <a:ext cx="4343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ручного ввода → «не начинаю»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разложить задачу на шаги и оценить время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 плавают → распыление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29400" y="4069080"/>
            <a:ext cx="49651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949440" y="4270248"/>
            <a:ext cx="4325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Последствия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49440" y="4663440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времени на перепланирование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срывы сроков и стресс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прогресс по важным задачам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665683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«Стартап в ИТ» • Практика №9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94360" y="12801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Конкуренты и замены (матрица)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альтернатив и «окна возможностей» (Шаг 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3871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замена/косвенный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764792"/>
            <a:ext cx="48385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универсальная база + задачи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ручного ввода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0148" y="1234440"/>
            <a:ext cx="53871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484468" y="132588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прямой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4468" y="1764792"/>
            <a:ext cx="48385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список задач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вводится вручную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06040"/>
            <a:ext cx="53871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68680" y="269748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косвенный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136392"/>
            <a:ext cx="48385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Kanban‑доски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слабое «план дня»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0148" y="2606040"/>
            <a:ext cx="53871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484468" y="269748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косвенный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4468" y="3136392"/>
            <a:ext cx="48385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all‑in‑one для работы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перегружен для соло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977640"/>
            <a:ext cx="53871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68680" y="406908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замена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507992"/>
            <a:ext cx="48385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задачи в экосистеме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функций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0148" y="3977640"/>
            <a:ext cx="538718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484468" y="406908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прямой (AI)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4468" y="4507992"/>
            <a:ext cx="48385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AI‑расписание и приоритеты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цена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440680"/>
            <a:ext cx="11002975" cy="841248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D7DC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822960" y="559612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0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возможностей: быстрый старт (≤60 сек) • объяснимый AI • «план дня» из задач + календарь • доступная цена для студентов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925312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 в анализе: Asana, Sunsama, Microsoft To Do (как замена)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65683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«Стартап в ИТ» • Практика №9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94360" y="12801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Критерии выбора сегмента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критериев + ТОП‑3 (Шаг 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8521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Топ‑7 критериев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5257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получения результата (план дня «здесь и сейчас») — ТОП‑1</a:t>
            </a:r>
            <a:endParaRPr lang="en-US" sz="2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ручного ввода / быстрый старт — ТОП‑2</a:t>
            </a:r>
            <a:endParaRPr lang="en-US" sz="2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 AI (разбиение, приоритизация, оценка времени) — ТОП‑3</a:t>
            </a:r>
            <a:endParaRPr lang="en-US" sz="2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Кроссплатформенность и надёжные напоминания</a:t>
            </a:r>
            <a:endParaRPr lang="en-US" sz="2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(календарь, импорт задач)</a:t>
            </a:r>
            <a:endParaRPr lang="en-US" sz="2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(freemium + недорогой тариф)</a:t>
            </a:r>
            <a:endParaRPr lang="en-US" sz="2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Доверие/приватность данных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629400" y="1234440"/>
            <a:ext cx="49651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949440" y="1435608"/>
            <a:ext cx="4325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«ломает» выбор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49440" y="178308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сложный онбординг</a:t>
            </a:r>
            <a:endParaRPr lang="en-US" sz="2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непонятная польза AI</a:t>
            </a:r>
            <a:endParaRPr lang="en-US" sz="2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интеграции с календарём</a:t>
            </a:r>
            <a:endParaRPr lang="en-US" sz="2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цена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629400" y="4069080"/>
            <a:ext cx="49651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949440" y="4270248"/>
            <a:ext cx="4325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«Трекер ИИ» отвечает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49440" y="4612796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задачи → шаги/оценка → план за 60 сек</a:t>
            </a:r>
            <a:endParaRPr lang="en-US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объяснения рекомендаций + ручная правка</a:t>
            </a:r>
            <a:endParaRPr lang="en-US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календарные слоты и напоминания</a:t>
            </a:r>
            <a:endParaRPr lang="en-US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студенческий тариф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665683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«Стартап в ИТ» • Практика №9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94360" y="12801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Гипотеза ценностного предложения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варианта + выбор основной (Шаг 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100297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по формуле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1463040" cy="320040"/>
          </a:xfrm>
          <a:prstGeom prst="round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764792"/>
            <a:ext cx="89455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ИТ‑студентов и junior‑специалистов в ситуации «много задач и дедлайнов» «Трекер ИИ» обеспечивает быстрый план дня, сокращая время планирования на ~30–50% по сравнению с Notion/Todoist, за счёт AI‑разбиения на шаги, оценки времени и автоматической приоритизации с объяснениями.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1463040" cy="320040"/>
          </a:xfrm>
          <a:prstGeom prst="roundRect">
            <a:avLst/>
          </a:prstGeom>
          <a:solidFill>
            <a:srgbClr val="DDE2FF"/>
          </a:solidFill>
          <a:ln w="12700">
            <a:solidFill>
              <a:srgbClr val="DDE2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14400" y="3264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0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3182112"/>
            <a:ext cx="89455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тех, кто регулярно «срывает план», «Трекер ИИ» помогает стабильно выполнять 1–3 ключевые задачи в день, повышая долю задач «в срок» по сравнению с ручным трекингом, за счёт режима фокуса, напоминаний и корректировок плана.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14400" y="4617720"/>
            <a:ext cx="1463040" cy="320040"/>
          </a:xfrm>
          <a:prstGeom prst="roundRect">
            <a:avLst/>
          </a:prstGeom>
          <a:solidFill>
            <a:srgbClr val="DDE2FF"/>
          </a:solidFill>
          <a:ln w="12700">
            <a:solidFill>
              <a:srgbClr val="DDE2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14400" y="46817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0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599432"/>
            <a:ext cx="89455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пользователей, которым важно доверие, «Трекер ИИ» даёт контролируемые AI‑рекомендации (почему такой приоритет/оценка), снижая страх ошибок и повышая удержание по сравнению с «чёрным ящиком».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10362895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143000" y="5870448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поверят: демонстрация на прототипе + сравнение «время планирования» до/после + прозрачные объяснения AI и настройки приватности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65683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«Стартап в ИТ» • Практика №9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94360" y="12801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Отличия от конкурентов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выберут «Трекер ИИ» (Шаг 4 — пояснение)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8521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отличия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5257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не просто «пишет текст», а помогает сделать план: шаги → оценка времени → приоритет → план дня.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Объяснимость: «почему такой приоритет/оценка» + быстрые правки (контроль у пользователя).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под сценарии (учёба/собес/проект) — старт с шаблонов и подсказок.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 между задачами и календарём: таймбоксинг и напоминания без ручной рутины.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29400" y="1234440"/>
            <a:ext cx="49651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949440" y="1435608"/>
            <a:ext cx="4325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«в двух словах»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49440" y="178308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гибко, но тяжело поддерживать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быстро, но всё вручную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мощно, но дорого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Трекер ИИ: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+ AI + контроль + доступно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29400" y="4069080"/>
            <a:ext cx="49651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949440" y="4270248"/>
            <a:ext cx="4325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Барьеры переключения и ответы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49440" y="4663440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«Привык к своему инструменту» → импорт задач + привычные горячие клавиши</a:t>
            </a:r>
            <a:endParaRPr lang="en-US" sz="16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доверяю AI» → объяснения + режим без AI</a:t>
            </a:r>
            <a:endParaRPr lang="en-US" sz="16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«Боюсь за данные» → понятные настройки приватности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665683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«Стартап в ИТ» • Практика №9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94360" y="12801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Ядро MVP и приоритеты функционала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Support / Later (Шаг 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3511296" cy="534924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D7DC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1435608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0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(ядро)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96265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добавление задачи (1 строка)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AI‑разбиение на шаги (чек‑лист)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AI‑оценка времени + дедлайн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Автоприоритет + объяснение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дня (1–3 фокуса) + перенос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Напоминания/режим фокуса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34256" y="1234440"/>
            <a:ext cx="3511296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608576" y="1435608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08576" y="1920240"/>
            <a:ext cx="296265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календарём (слоты)</a:t>
            </a:r>
            <a:endParaRPr lang="en-US" sz="2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из Notion/Todoist CSV</a:t>
            </a:r>
            <a:endParaRPr lang="en-US" sz="2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сценариев (учёба/собес)</a:t>
            </a:r>
            <a:endParaRPr lang="en-US" sz="2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Виджет/быстрое окно</a:t>
            </a:r>
            <a:endParaRPr lang="en-US" sz="2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статистика прогресса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74152" y="1234440"/>
            <a:ext cx="3511296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348472" y="1435608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48472" y="1828800"/>
            <a:ext cx="296265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Командная работа/совместные проекты</a:t>
            </a:r>
            <a:endParaRPr lang="en-US" sz="2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Продвинутая аналитика</a:t>
            </a:r>
            <a:endParaRPr lang="en-US" sz="2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интеграций</a:t>
            </a:r>
            <a:endParaRPr lang="en-US" sz="2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AI‑агенты (авто‑создание задач)</a:t>
            </a:r>
            <a:endParaRPr lang="en-US" sz="2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Роли/доступы/админка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4360" y="665683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«Стартап в ИТ» • Практика №9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94360" y="12801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План проверки ценности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гипотез, метод, критерии подтверждения (Шаг 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8521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 валидации (пример)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5257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Пользователи готовы отказаться от замены, если «план за 60 сек» реально экономит время.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Автоприоритизация «1–3 фокуса дня» повышает выполнение важных задач.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Объяснения AI повышают доверие и удержание.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V4: Календарные слоты снижают переносы и авралы.</a:t>
            </a:r>
            <a:endParaRPr lang="en-US" sz="20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V5: Готовность платить возникает при экономии ≥3 часов/нед.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29400" y="1234440"/>
            <a:ext cx="496519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949440" y="1435608"/>
            <a:ext cx="4325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и критерии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49440" y="1783080"/>
            <a:ext cx="43434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 (10–12):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≥70% подтверждают боль + ≥50% хотят попробовать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+ демо: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в заявку ≥8–12%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7 дней: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DAU/WAU и возвраты, retention выше на ≥15% (A/B)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Тайм‑тест: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планирования −30%+ vs контроль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Оплата: </a:t>
            </a: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≥5–10% готовы к платному пилоту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656832"/>
            <a:ext cx="1100297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«Стартап в ИТ» • Практика №9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1531</Words>
  <Application>Microsoft Office PowerPoint</Application>
  <PresentationFormat>Широкоэкранный</PresentationFormat>
  <Paragraphs>132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Данила Ковалев</cp:lastModifiedBy>
  <cp:revision>3</cp:revision>
  <dcterms:created xsi:type="dcterms:W3CDTF">2026-03-18T14:04:38Z</dcterms:created>
  <dcterms:modified xsi:type="dcterms:W3CDTF">2026-03-18T14:47:35Z</dcterms:modified>
</cp:coreProperties>
</file>